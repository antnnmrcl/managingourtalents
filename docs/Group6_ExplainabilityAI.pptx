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495113" y="637858"/>
            <a:ext cx="2971719" cy="1090846"/>
          </a:xfrm>
          <a:custGeom>
            <a:avLst/>
            <a:gdLst/>
            <a:ahLst/>
            <a:cxnLst/>
            <a:rect r="r" b="b" t="t" l="l"/>
            <a:pathLst>
              <a:path h="1090846" w="2971719">
                <a:moveTo>
                  <a:pt x="0" y="0"/>
                </a:moveTo>
                <a:lnTo>
                  <a:pt x="2971719" y="0"/>
                </a:lnTo>
                <a:lnTo>
                  <a:pt x="2971719" y="1090845"/>
                </a:lnTo>
                <a:lnTo>
                  <a:pt x="0" y="1090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183" t="0" r="-64333" b="-18423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8004" cy="10287000"/>
            <a:chOff x="0" y="0"/>
            <a:chExt cx="21674671" cy="1219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71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1674710">
                  <a:moveTo>
                    <a:pt x="0" y="0"/>
                  </a:moveTo>
                  <a:lnTo>
                    <a:pt x="21674710" y="0"/>
                  </a:lnTo>
                  <a:lnTo>
                    <a:pt x="21674710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DAHEMllr2po</dc:identifier>
  <dcterms:modified xsi:type="dcterms:W3CDTF">2011-08-01T06:04:30Z</dcterms:modified>
  <cp:revision>1</cp:revision>
</cp:coreProperties>
</file>